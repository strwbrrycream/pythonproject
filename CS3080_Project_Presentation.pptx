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13859-9FC8-4602-8B22-1BA57C4A7C9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B4FCA9-8494-4F56-8FA5-838D26942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0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4FCA9-8494-4F56-8FA5-838D269428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86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4FCA9-8494-4F56-8FA5-838D269428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45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66E2B-FC9A-DC33-64B3-2D08DB6DB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746B2F-B989-F5BC-65F7-C9E16C4AB4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9B91A-CFB9-AEA6-4B2B-4812F3FD5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7F7C-5135-49D1-B6CF-8F631C0E6D1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1F317-DC9A-BBC2-E28D-1F6B2DF50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2911B-5B6C-5B64-AF62-4B534B279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8C2D8-7ACB-4FEB-BBF2-DBB528698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16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5F4C9-8099-3912-CDA3-5900BC310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DC276-80DC-66E9-EC25-F998F499F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EB5D1-C245-878D-6531-13B3A9A7A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7F7C-5135-49D1-B6CF-8F631C0E6D1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68577-37F0-E254-81AC-4EF0BC553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35810-24D9-D219-8159-C1B6FBE78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8C2D8-7ACB-4FEB-BBF2-DBB528698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00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6FF73-4D6C-F9B6-B900-DC6D5A58D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D810C-4028-7C5F-72EA-267C5358F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1B65B-1FE5-6D10-8C77-C53394EFA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7F7C-5135-49D1-B6CF-8F631C0E6D1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200E6-65B6-6670-364F-DB29A34F7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F08C5-8C29-C070-85FE-3C45CED4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8C2D8-7ACB-4FEB-BBF2-DBB528698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66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0890F-600E-B667-0EEE-B2B13AEB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7D9D-F73E-CBFC-7D60-2404A71BA2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91620-ACE0-3969-1833-37DFB2117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545F2-24A4-06A5-D554-B7CBFAE97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7F7C-5135-49D1-B6CF-8F631C0E6D1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34FE3-C567-9A10-5871-E0F44C754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74EA9-7268-8EE6-5ADC-ABD061AA3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8C2D8-7ACB-4FEB-BBF2-DBB528698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699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72973-9117-AB58-18E2-C69A7E99A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20340-AEF8-C411-C098-629E45E5A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A32AC-4E94-6891-27B1-3BF6B481A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BBBC79-6BE5-297D-BAB7-92F0DECD5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7FCC0-5123-95A7-4D00-8ABBE2B0C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BF1553-0E52-A954-2D85-0F149906F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7F7C-5135-49D1-B6CF-8F631C0E6D1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E7CEA5-6139-E30F-9A83-7D01C1CC5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A7BC75-58D5-A754-3583-D0728585D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8C2D8-7ACB-4FEB-BBF2-DBB528698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82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866A2-4018-0E2B-F4C0-DBC4867B2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223C84-4403-6B18-3F3D-55E8AEEB2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7F7C-5135-49D1-B6CF-8F631C0E6D1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E2CA71-42E8-BF16-77CC-8F6846C04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73D297-930C-C3F8-FA74-4933D20F5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8C2D8-7ACB-4FEB-BBF2-DBB528698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22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04F255-B9D7-EDFB-C89F-9508D94D8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7F7C-5135-49D1-B6CF-8F631C0E6D1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355D2B-BDEE-C85F-930A-8CDFCFD37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09CF9-05E8-C2DD-D26D-5A18CCEF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8C2D8-7ACB-4FEB-BBF2-DBB528698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28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65F67-DEFB-B907-6395-B58110F68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9F46D-A805-CD1A-3BC9-1A359A04D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A8DBE-C80F-5425-7874-B920DE3EB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5B323-DF18-F15F-BF83-26DC8553A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7F7C-5135-49D1-B6CF-8F631C0E6D1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56EF2-A333-CABF-934C-AFE52493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F61F7-ED48-CD02-9131-208447824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8C2D8-7ACB-4FEB-BBF2-DBB528698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8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EF40D-9602-081F-F12B-CF4346564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7913AB-A6B7-7FBE-B9E6-F770166DBF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03B7A-81D0-3CD1-41E9-E946D5901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35BCD-D87C-10EB-A835-1545888EB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7F7C-5135-49D1-B6CF-8F631C0E6D1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8FBEA-FFBF-29BA-DD93-FCC8E3F8C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A727F-BB00-D281-1987-302A5D7B0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8C2D8-7ACB-4FEB-BBF2-DBB528698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81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E64B5-113B-892F-823F-7980694C3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C9E803-5547-1CED-B82F-605236600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D78E8-0E44-CC1C-B275-66DD247AC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7F7C-5135-49D1-B6CF-8F631C0E6D1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EAC82-42CB-6788-6A9A-E3FD67D16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D8E8E-E223-421B-A5A9-DAE3EBDCE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8C2D8-7ACB-4FEB-BBF2-DBB528698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13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0F6D63-CB1F-43BA-6492-905C3AFDD9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2263B-B514-7921-DD3E-916C7B789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7154D-FB7B-A437-4700-6F9D964CC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7F7C-5135-49D1-B6CF-8F631C0E6D1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ADC75-DCAA-2E34-9742-1044EEC8F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18655-D156-E58C-100D-3C66B7CA9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8C2D8-7ACB-4FEB-BBF2-DBB528698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9600BF-66CE-5F45-E745-9925F6F6F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955CE-220F-2AEE-3CA9-9F6282EE1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0CA4A-362F-889A-92A8-ABF66440D6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227F7C-5135-49D1-B6CF-8F631C0E6D1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8E3FC-0E6E-8446-10B4-EA5AB802D0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D1E33-6390-3B75-084C-2E189585F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68C2D8-7ACB-4FEB-BBF2-DBB528698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01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486C0A-61A1-895C-0A33-047E1B3FF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Python Project</a:t>
            </a:r>
            <a:br>
              <a:rPr lang="en-US" sz="8000">
                <a:solidFill>
                  <a:srgbClr val="FFFFFF"/>
                </a:solidFill>
              </a:rPr>
            </a:br>
            <a:r>
              <a:rPr lang="en-US" sz="8000">
                <a:solidFill>
                  <a:srgbClr val="FFFFFF"/>
                </a:solidFill>
              </a:rPr>
              <a:t>Snake Made With Pygame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C98F0-544F-989E-CB10-59EEA28D8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By: Luna McMullen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82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76F514-3CB9-E0FC-4414-724157B8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>
                <a:solidFill>
                  <a:srgbClr val="FFFFFF"/>
                </a:solidFill>
              </a:rPr>
              <a:t>Main Design Concepts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F475C-CF11-A12B-52DB-1A788E5C1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10893"/>
            <a:ext cx="5644440" cy="5785448"/>
          </a:xfrm>
        </p:spPr>
        <p:txBody>
          <a:bodyPr anchor="ctr">
            <a:noAutofit/>
          </a:bodyPr>
          <a:lstStyle/>
          <a:p>
            <a:r>
              <a:rPr lang="en-US" sz="3200" dirty="0">
                <a:solidFill>
                  <a:schemeClr val="tx1">
                    <a:alpha val="80000"/>
                  </a:schemeClr>
                </a:solidFill>
              </a:rPr>
              <a:t>Object Oriented</a:t>
            </a:r>
          </a:p>
          <a:p>
            <a:pPr lvl="1"/>
            <a:r>
              <a:rPr lang="en-US" sz="3200" dirty="0">
                <a:solidFill>
                  <a:schemeClr val="tx1">
                    <a:alpha val="80000"/>
                  </a:schemeClr>
                </a:solidFill>
              </a:rPr>
              <a:t>Snake Object</a:t>
            </a:r>
          </a:p>
          <a:p>
            <a:pPr lvl="1"/>
            <a:r>
              <a:rPr lang="en-US" sz="3200" dirty="0">
                <a:solidFill>
                  <a:schemeClr val="tx1">
                    <a:alpha val="80000"/>
                  </a:schemeClr>
                </a:solidFill>
              </a:rPr>
              <a:t>Fruit Object</a:t>
            </a:r>
          </a:p>
          <a:p>
            <a:pPr lvl="1"/>
            <a:endParaRPr lang="en-US" sz="32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3200" dirty="0">
                <a:solidFill>
                  <a:schemeClr val="tx1">
                    <a:alpha val="80000"/>
                  </a:schemeClr>
                </a:solidFill>
              </a:rPr>
              <a:t>Death Conditions</a:t>
            </a:r>
          </a:p>
          <a:p>
            <a:pPr lvl="1"/>
            <a:r>
              <a:rPr lang="en-US" sz="3200" dirty="0">
                <a:solidFill>
                  <a:schemeClr val="tx1">
                    <a:alpha val="80000"/>
                  </a:schemeClr>
                </a:solidFill>
              </a:rPr>
              <a:t>Walls</a:t>
            </a:r>
          </a:p>
          <a:p>
            <a:pPr lvl="1"/>
            <a:r>
              <a:rPr lang="en-US" sz="3200" dirty="0">
                <a:solidFill>
                  <a:schemeClr val="tx1">
                    <a:alpha val="80000"/>
                  </a:schemeClr>
                </a:solidFill>
              </a:rPr>
              <a:t>Head hitting Body</a:t>
            </a:r>
          </a:p>
          <a:p>
            <a:pPr lvl="1"/>
            <a:endParaRPr lang="en-US" sz="32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3200" dirty="0">
                <a:solidFill>
                  <a:schemeClr val="tx1">
                    <a:alpha val="80000"/>
                  </a:schemeClr>
                </a:solidFill>
              </a:rPr>
              <a:t>Score</a:t>
            </a:r>
          </a:p>
          <a:p>
            <a:pPr lvl="1"/>
            <a:r>
              <a:rPr lang="en-US" sz="3200" dirty="0">
                <a:solidFill>
                  <a:schemeClr val="tx1">
                    <a:alpha val="80000"/>
                  </a:schemeClr>
                </a:solidFill>
              </a:rPr>
              <a:t>Based on # of fruits eaten</a:t>
            </a:r>
          </a:p>
          <a:p>
            <a:pPr lvl="1"/>
            <a:r>
              <a:rPr lang="en-US" sz="3200" dirty="0">
                <a:solidFill>
                  <a:schemeClr val="tx1">
                    <a:alpha val="80000"/>
                  </a:schemeClr>
                </a:solidFill>
              </a:rPr>
              <a:t>Increases with speed value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049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7C047E-7837-703E-28A5-8C418CF42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Snake Object Code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55205E-B006-F66F-9522-B3B5014A1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584" y="1576447"/>
            <a:ext cx="3755923" cy="5271472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B59FAFD-217B-7F03-4413-B706DFE48E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9212" y="1775799"/>
            <a:ext cx="5806788" cy="450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105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DBA882-8DD7-A693-1A44-013F629DA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Snake Object cont.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781C97-ED65-26E2-92A7-C8E3E812B9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3839" y="100297"/>
            <a:ext cx="7926241" cy="3586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A4F15D-B466-87CB-D368-E807DD37C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163" y="3787394"/>
            <a:ext cx="8007514" cy="249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209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B3BEC-9C7D-C7A9-CF4A-9742B541E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Fruit Object Code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AB33AF2-DB10-93B6-9B17-056170F14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54075" y="624484"/>
            <a:ext cx="8120314" cy="562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347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C154B2-2F0B-53AF-939D-AB93AABF5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Main Game Loop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1C0395E-69F3-24FB-A7AD-2180D5FBAB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3" y="9500"/>
            <a:ext cx="7474971" cy="681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901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2FEF0-AE93-DF3D-A51E-80A0682DB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9359FFD-453E-7054-B6CD-1DEE60667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0F2870-D9DC-6ABD-5252-9C583FEBA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45B1C3-2957-5D35-09CE-F15398346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5B8ED189-DCA1-86F8-C082-19622E07E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B54EAE-7F2C-CB0F-6490-86F1CCFD7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Main Game Loop Cont.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A57F4BD-C261-8168-0FE4-3AA2CFA794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02522" y="531728"/>
            <a:ext cx="8089478" cy="548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805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E930D7-D287-DE8B-CFDE-DC2061F60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D8D8114-0DD2-2D75-6601-909A6E3CB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4B543B-BBAE-A619-B180-72D184562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484AC2-D4F2-432A-04E3-DE136140E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941839-DAFA-5C2A-2C19-A142CE1EA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A18926-AE65-F181-17DA-97DDF0D00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C0DA2-A3D4-0240-AF32-99CFBACE3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Main Menu Code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99A299E-7CA4-9459-F65B-024699032B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8028" y="1603915"/>
            <a:ext cx="9215943" cy="524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09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60</Words>
  <Application>Microsoft Office PowerPoint</Application>
  <PresentationFormat>Widescreen</PresentationFormat>
  <Paragraphs>22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Python Project Snake Made With Pygame</vt:lpstr>
      <vt:lpstr>Main Design Concepts</vt:lpstr>
      <vt:lpstr>Snake Object Code</vt:lpstr>
      <vt:lpstr>Snake Object cont.</vt:lpstr>
      <vt:lpstr>Fruit Object Code</vt:lpstr>
      <vt:lpstr>Main Game Loop</vt:lpstr>
      <vt:lpstr>Main Game Loop Cont.</vt:lpstr>
      <vt:lpstr>Main Menu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Luna McMullen</dc:creator>
  <cp:lastModifiedBy>Luna McMullen</cp:lastModifiedBy>
  <cp:revision>3</cp:revision>
  <dcterms:created xsi:type="dcterms:W3CDTF">2026-05-04T03:20:09Z</dcterms:created>
  <dcterms:modified xsi:type="dcterms:W3CDTF">2026-05-06T01:52:37Z</dcterms:modified>
</cp:coreProperties>
</file>